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801" autoAdjust="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6A58-33BD-5AC2-652D-11091407B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19E61-84D7-90C5-D04E-4AB4F511C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F647E-915E-8E27-1E56-4BBA1E53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557C-3F80-0705-72C2-81C7FE9B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3F4BD-820A-6721-9D3C-A758E209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0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E812-CAF2-E0EF-3D79-3086751E6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B43F-AA60-039D-9CD6-0029F280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F5E20-FD04-05F9-FFCE-655ED077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8345E-6186-E471-C51F-05980F0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692F2-CEA2-51C5-4AB2-78472415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7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9B21-BCA4-1A41-6622-71606863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A91F2-A7B1-5CCE-059E-1D2B5A09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D64CF-18BA-E14E-10A1-830E1114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E55D2-BAD1-B519-DEE8-1E932988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36801-3529-B4D1-AB00-36D424F4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3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5ED4-901B-41FB-2285-4F1C86B6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31DF5-CE5D-A4CD-296A-9752EBFC7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EB3BA-FF67-3C2E-8364-4C46E0AEA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90B27-903A-E780-E680-D4787F99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5C163-A8BE-4BFB-6276-7B9D5BD7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72A4C-4EA8-F452-1FB2-012CE8CE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6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1B2F-A89F-6430-E097-9863E34D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9235A-6BDD-FBA8-B584-6B7408F01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BEA67-7CCB-2CDE-0080-5B6909428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A674C-74F0-BED7-FA49-5D06DA6AD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6AF17-6215-2BA0-B712-1B1DDD9EA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2EDB0-3B81-C3B9-D2B1-CA914000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8E85E8-C011-08EA-3D8C-B376CB01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C78EB-2E83-D9EE-93A3-0313D6FA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3955-3D38-5855-0443-DB006F5E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92FF8-4AAD-7F97-BDBA-51AB34FD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AE2BB-E398-BBFD-1A47-55E9EA77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5092-63BC-64C6-1CBD-9E0B7B42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1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51A5E-D347-BE24-4D54-98E9B8CF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69003-8363-E487-C50A-7104131C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E0400-7FAF-6A6D-5C7F-A6FA78A6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8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FC73-A689-70B4-DCE1-FC531772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28A18-C6F7-8CFF-7E51-1E5310370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C8A93-4D67-2D7A-C663-9BE08B56E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7773B-9892-560C-296C-DFAE17A4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90CFE-8102-17C8-AEC0-1737E3DA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B6449-A513-8002-C47E-ED9AE1ED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5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30B0-1E2F-8F6E-D240-6F9B45275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D066D-30EC-37DF-B0F2-91DFD51CC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8D747-8094-290F-2DCE-7E4ABBC5F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38AF-3DEE-38C3-D6F6-42CCCD20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48CC4-DA53-BB2B-701B-0C640E7D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D7A81-C06D-EA33-7E85-162CA2D9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4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D041-30B0-5834-1BB8-A7C36066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F828A-8BB5-7F77-8FA8-65D770DDC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96080-A54B-DCFD-0A4E-96E525DB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376C4-3A0F-DDB9-5952-2B07C9B2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99B2B-02BA-EF8B-A63B-6844539E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D9781-5436-F175-2128-2E45453D1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E1D4C-A198-7BB0-2084-4CAE7F873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C33B0-D634-0599-634D-85DCEA1D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3DDC5-9E9B-FD7A-F07A-0D7FE0AD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80C2F-495D-0478-24C3-8FF0243A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7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31F3CF-B728-A3D0-120F-87C46461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4B11A-2190-C651-CCE4-F3CFDD842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0D4D4-E271-5EEA-8656-7549853BA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9164B-E18F-4AEF-AF8C-62D66ED41EA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890B5-C8A3-01AB-FFBB-CEFC597E3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33E1F-4816-4818-2535-52401170F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E43BD-0337-49D5-A3D3-8950C1695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4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EA07-28FB-6FD4-B806-3BA70D0C68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71846-2195-06BC-C0EF-9AB558B18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388" y="5108109"/>
            <a:ext cx="9144000" cy="1436127"/>
          </a:xfrm>
        </p:spPr>
        <p:txBody>
          <a:bodyPr>
            <a:normAutofit/>
          </a:bodyPr>
          <a:lstStyle/>
          <a:p>
            <a:pPr algn="l"/>
            <a:r>
              <a:rPr lang="en-US" sz="1400" dirty="0"/>
              <a:t>1405/05/03</a:t>
            </a:r>
          </a:p>
        </p:txBody>
      </p:sp>
    </p:spTree>
    <p:extLst>
      <p:ext uri="{BB962C8B-B14F-4D97-AF65-F5344CB8AC3E}">
        <p14:creationId xmlns:p14="http://schemas.microsoft.com/office/powerpoint/2010/main" val="1166491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AD0F-0D4C-7A3E-BE76-71F18A4C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16493"/>
          </a:xfrm>
        </p:spPr>
        <p:txBody>
          <a:bodyPr>
            <a:normAutofit/>
          </a:bodyPr>
          <a:lstStyle/>
          <a:p>
            <a:pPr algn="ctr" rtl="1"/>
            <a:r>
              <a:rPr lang="fa-IR" sz="2000" b="1" dirty="0">
                <a:latin typeface="+mn-lt"/>
                <a:ea typeface="+mn-ea"/>
                <a:cs typeface="B Nazanin" panose="00000400000000000000" pitchFamily="2" charset="-78"/>
              </a:rPr>
              <a:t>ثبت سر نخ جدید</a:t>
            </a:r>
            <a:endParaRPr lang="en-US" sz="2000" b="1" dirty="0">
              <a:latin typeface="+mn-lt"/>
              <a:ea typeface="+mn-ea"/>
              <a:cs typeface="B Nazanin" panose="00000400000000000000" pitchFamily="2" charset="-78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E0B45-7706-3459-75CC-2E52D45A7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17072"/>
            <a:ext cx="3678946" cy="3551916"/>
          </a:xfrm>
        </p:spPr>
        <p:txBody>
          <a:bodyPr/>
          <a:lstStyle/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منطقه اضافه نشده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مرحله قیف اضافه نشده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خطا در ثبت لید</a:t>
            </a:r>
          </a:p>
          <a:p>
            <a:pPr marL="342900" indent="-342900" algn="r" rtl="1">
              <a:buFont typeface="+mj-lt"/>
              <a:buAutoNum type="arabicPeriod"/>
            </a:pPr>
            <a:endParaRPr lang="fa-IR" b="1" dirty="0">
              <a:cs typeface="B Nazanin" panose="00000400000000000000" pitchFamily="2" charset="-78"/>
            </a:endParaRPr>
          </a:p>
          <a:p>
            <a:pPr marL="342900" indent="-342900" algn="r" rtl="1">
              <a:buFont typeface="+mj-lt"/>
              <a:buAutoNum type="arabicPeriod"/>
            </a:pPr>
            <a:endParaRPr lang="fa-IR" b="1" dirty="0">
              <a:cs typeface="B Nazanin" panose="00000400000000000000" pitchFamily="2" charset="-78"/>
            </a:endParaRPr>
          </a:p>
          <a:p>
            <a:pPr algn="r" rtl="1"/>
            <a:endParaRPr lang="en-US" dirty="0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BBBE8CD0-16DB-4E4A-FCEA-15628ABFBF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93" b="1493"/>
          <a:stretch/>
        </p:blipFill>
        <p:spPr>
          <a:xfrm>
            <a:off x="6472518" y="349904"/>
            <a:ext cx="5408611" cy="64357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B3028AF-6610-AAF0-0505-0DC5E583E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67" y="4093030"/>
            <a:ext cx="53721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7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1E75-509B-7053-FA6E-B62312BE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BFA5-FCF2-CD23-6526-ACE5769D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ثبت فرصت فروش جدید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5FBA1-4BC1-AB71-4C46-0F277A4C9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17072"/>
            <a:ext cx="3678946" cy="3551916"/>
          </a:xfrm>
        </p:spPr>
        <p:txBody>
          <a:bodyPr/>
          <a:lstStyle/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مشتری تعریف نشده</a:t>
            </a:r>
          </a:p>
          <a:p>
            <a:pPr marL="342900" indent="-342900" algn="r" rtl="1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A88C35-7A4B-975E-434B-B8D2C56F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88" y="839788"/>
            <a:ext cx="3810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6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379D-62ED-FD4F-2AA2-28685DA3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ثبت</a:t>
            </a:r>
            <a:r>
              <a:rPr lang="en-US" b="1" dirty="0"/>
              <a:t> presentation </a:t>
            </a:r>
            <a:r>
              <a:rPr lang="en-US" b="1" dirty="0" err="1"/>
              <a:t>جدید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9A4F2-BF1F-D60D-464C-0C6A63174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محصول پرزنت شده اضافه نشده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fa-IR" b="1" dirty="0">
                <a:cs typeface="B Nazanin" panose="00000400000000000000" pitchFamily="2" charset="-78"/>
              </a:rPr>
              <a:t>خطا در ثبت</a:t>
            </a:r>
          </a:p>
          <a:p>
            <a:pPr marL="342900" indent="-342900" algn="r" rtl="1">
              <a:buFont typeface="+mj-lt"/>
              <a:buAutoNum type="arabicPeriod"/>
            </a:pPr>
            <a:endParaRPr lang="fa-IR" b="1" dirty="0">
              <a:cs typeface="B Nazanin" panose="00000400000000000000" pitchFamily="2" charset="-78"/>
            </a:endParaRPr>
          </a:p>
          <a:p>
            <a:pPr marL="342900" indent="-342900" algn="r" rtl="1">
              <a:buFont typeface="+mj-lt"/>
              <a:buAutoNum type="arabicPeriod"/>
            </a:pPr>
            <a:endParaRPr lang="en-US" b="1" dirty="0">
              <a:cs typeface="B Nazanin" panose="00000400000000000000" pitchFamily="2" charset="-78"/>
            </a:endParaRP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44E49821-D4DD-6CC8-309D-1D973046133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80" b="1980"/>
          <a:stretch/>
        </p:blipFill>
        <p:spPr>
          <a:xfrm>
            <a:off x="6858000" y="196850"/>
            <a:ext cx="5011738" cy="65722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428B78-D71B-B3A5-C2BB-23DE20A38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7" y="3990976"/>
            <a:ext cx="45815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D1656-EE90-6890-197C-5DA82185A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73011" y="1340527"/>
            <a:ext cx="4106200" cy="803860"/>
          </a:xfrm>
        </p:spPr>
        <p:txBody>
          <a:bodyPr/>
          <a:lstStyle/>
          <a:p>
            <a:pPr algn="ctr" rtl="1"/>
            <a:r>
              <a:rPr lang="fa-IR" b="1" dirty="0">
                <a:cs typeface="B Nazanin" panose="00000400000000000000" pitchFamily="2" charset="-78"/>
              </a:rPr>
              <a:t>در قسمت ثبت ویزیت خطا میدهد</a:t>
            </a:r>
            <a:endParaRPr lang="en-US" b="1" dirty="0">
              <a:cs typeface="B Nazanin" panose="00000400000000000000" pitchFamily="2" charset="-78"/>
            </a:endParaRP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966D4697-8221-8362-6697-609305F085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9239" b="19239"/>
          <a:stretch/>
        </p:blipFill>
        <p:spPr>
          <a:xfrm>
            <a:off x="1093694" y="3810000"/>
            <a:ext cx="10261694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76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3B92-A7BD-32A7-3202-6F622B061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pPr algn="ctr" rtl="1"/>
            <a:r>
              <a:rPr lang="fa-IR" sz="3200" dirty="0">
                <a:cs typeface="B Nazanin" panose="00000400000000000000" pitchFamily="2" charset="-78"/>
              </a:rPr>
              <a:t>در قسمت ثبت سفارش محصولی اضافه نشده</a:t>
            </a:r>
            <a:endParaRPr lang="en-US" sz="3200" dirty="0">
              <a:cs typeface="B Nazanin" panose="00000400000000000000" pitchFamily="2" charset="-78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1F7F861-E50F-4514-0BA0-2C99A2282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7573" y="1825625"/>
            <a:ext cx="30568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2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94E75-DD4A-12BE-F0E7-D8E43610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2" y="2695949"/>
            <a:ext cx="10515600" cy="1325563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در صورت امکان تایم استفاده از سایت بیشتر کنید خیلی زیاد خارج میشه از سایت</a:t>
            </a:r>
            <a:br>
              <a:rPr lang="fa-IR" dirty="0">
                <a:cs typeface="B Nazanin" panose="00000400000000000000" pitchFamily="2" charset="-78"/>
              </a:rPr>
            </a:br>
            <a:br>
              <a:rPr lang="fa-IR" dirty="0">
                <a:cs typeface="B Nazanin" panose="00000400000000000000" pitchFamily="2" charset="-78"/>
              </a:rPr>
            </a:br>
            <a:br>
              <a:rPr lang="fa-IR" dirty="0">
                <a:cs typeface="B Nazanin" panose="00000400000000000000" pitchFamily="2" charset="-78"/>
              </a:rPr>
            </a:br>
            <a:br>
              <a:rPr lang="fa-IR" dirty="0">
                <a:cs typeface="B Nazanin" panose="00000400000000000000" pitchFamily="2" charset="-78"/>
              </a:rPr>
            </a:br>
            <a:br>
              <a:rPr lang="fa-IR" dirty="0">
                <a:cs typeface="B Nazanin" panose="00000400000000000000" pitchFamily="2" charset="-78"/>
              </a:rPr>
            </a:br>
            <a:r>
              <a:rPr lang="fa-IR" dirty="0">
                <a:cs typeface="B Nazanin" panose="00000400000000000000" pitchFamily="2" charset="-78"/>
              </a:rPr>
              <a:t>با تشکر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866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72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 Nazanin</vt:lpstr>
      <vt:lpstr>Calibri</vt:lpstr>
      <vt:lpstr>Calibri Light</vt:lpstr>
      <vt:lpstr>Office Theme</vt:lpstr>
      <vt:lpstr>CRM</vt:lpstr>
      <vt:lpstr>ثبت سر نخ جدید</vt:lpstr>
      <vt:lpstr>ثبت فرصت فروش جدید</vt:lpstr>
      <vt:lpstr>ثبت presentation جدید  </vt:lpstr>
      <vt:lpstr>PowerPoint Presentation</vt:lpstr>
      <vt:lpstr>در قسمت ثبت سفارش محصولی اضافه نشده</vt:lpstr>
      <vt:lpstr>در صورت امکان تایم استفاده از سایت بیشتر کنید خیلی زیاد خارج میشه از سایت     با تشکر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Yalda Taghinasab</dc:creator>
  <cp:lastModifiedBy>Yalda Taghinasab</cp:lastModifiedBy>
  <cp:revision>2</cp:revision>
  <dcterms:created xsi:type="dcterms:W3CDTF">2026-07-25T10:56:23Z</dcterms:created>
  <dcterms:modified xsi:type="dcterms:W3CDTF">2026-07-25T11:24:22Z</dcterms:modified>
</cp:coreProperties>
</file>